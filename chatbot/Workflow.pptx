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4BB94-D218-3FA3-2AC1-23223F70BA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D9B220-E766-F3DD-3F35-3E761AF7AA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A41BE-EAAC-70DD-D386-C40FB1C95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F20AB-8225-471C-B62E-65B4266D9A1F}" type="datetimeFigureOut">
              <a:rPr lang="es-PE" smtClean="0"/>
              <a:t>6/08/2026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9505F-A2AC-2ED9-8EBB-D5F1D95AF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6F4EA-5A89-8F64-67CF-9456938D1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DA164-3CA6-42FD-AE6A-31D7326033D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64981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2EA2E-5B3E-1FB1-13F4-AEC24CB03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D1729-DC52-31FD-C138-887678B8A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8AB1B-0F25-AFA3-F160-39A8D63F9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F20AB-8225-471C-B62E-65B4266D9A1F}" type="datetimeFigureOut">
              <a:rPr lang="es-PE" smtClean="0"/>
              <a:t>6/08/2026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05304-8ED0-13DD-C88F-00AFFC059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CC3EC-C516-7B7A-0530-F18124170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DA164-3CA6-42FD-AE6A-31D7326033D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8227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58323-C203-0461-142E-622D81D12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4416C-C806-E9FA-C7E9-8C670C767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64A34-3548-05D0-2F3D-952DA40D6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F20AB-8225-471C-B62E-65B4266D9A1F}" type="datetimeFigureOut">
              <a:rPr lang="es-PE" smtClean="0"/>
              <a:t>6/08/2026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51970-729F-876A-D3AE-97179E598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491A4-495D-4605-0CB3-E1DB06F74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DA164-3CA6-42FD-AE6A-31D7326033D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67696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A5723-E55C-09AD-B315-3D2051436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E440B-EAF2-C47B-1DF4-C69E9B38DD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375B7-F8AC-6D6E-7480-AFB6227984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F4EA5-8F02-4C4C-1A73-392CB88F5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F20AB-8225-471C-B62E-65B4266D9A1F}" type="datetimeFigureOut">
              <a:rPr lang="es-PE" smtClean="0"/>
              <a:t>6/08/2026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3D9E40-1828-5ADE-B28E-93D38A99F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916AA-45E3-2E63-29D4-3E8E2E6B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DA164-3CA6-42FD-AE6A-31D7326033D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69611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08F75-4EF4-DA69-2618-76EA57CFC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B9282-DBEF-DB16-AD92-F675F38BC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12612E-7EAF-BD91-2060-99E8102C1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905C17-008D-3F68-2CD2-3AA0579A0C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D20E0C-B31C-5F1E-842C-E599D449D9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961ECA-0FAF-376B-94F9-C3DE82D76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F20AB-8225-471C-B62E-65B4266D9A1F}" type="datetimeFigureOut">
              <a:rPr lang="es-PE" smtClean="0"/>
              <a:t>6/08/2026</a:t>
            </a:fld>
            <a:endParaRPr lang="es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8D6FA5-1B92-CDBD-FF60-EA07B0559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C2E2B6-6E7B-5496-6ECA-40CDC3A8C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DA164-3CA6-42FD-AE6A-31D7326033D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34290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97718-F3AD-EF1C-3396-A9CF03774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071D71-B2D5-39D5-706A-8B8096492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F20AB-8225-471C-B62E-65B4266D9A1F}" type="datetimeFigureOut">
              <a:rPr lang="es-PE" smtClean="0"/>
              <a:t>6/08/2026</a:t>
            </a:fld>
            <a:endParaRPr lang="es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D9BEA8-E9BF-E352-E70B-C483BB7A0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61EF42-22E4-A34E-1DC8-A0FE2EDB8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DA164-3CA6-42FD-AE6A-31D7326033D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27874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715E73-6E06-AF51-62EE-688C3F874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F20AB-8225-471C-B62E-65B4266D9A1F}" type="datetimeFigureOut">
              <a:rPr lang="es-PE" smtClean="0"/>
              <a:t>6/08/2026</a:t>
            </a:fld>
            <a:endParaRPr lang="es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289DE-E0AC-E265-D846-243147D23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A3394-9D3F-B004-93E0-9499D6C4F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DA164-3CA6-42FD-AE6A-31D7326033D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45505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F5177-217A-FA1F-EA45-0484AB7B7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4D9AA-2D1F-1E8C-BE1F-959542931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378712-F111-1C99-0093-FD8C0000F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20FC1-181E-E096-3AF6-01660BA69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F20AB-8225-471C-B62E-65B4266D9A1F}" type="datetimeFigureOut">
              <a:rPr lang="es-PE" smtClean="0"/>
              <a:t>6/08/2026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6CBE6-F858-EF5E-E7F1-CF56B67AF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7BC8C-E825-D203-EE18-01DBD95CE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DA164-3CA6-42FD-AE6A-31D7326033D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99119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16CDF-8A76-6219-3B65-EE1F41A1C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36212C-324A-F5B8-174F-F060543E49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80F5B-2F59-2DAA-5029-C09F7D23C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7E3FA2-FC71-0D48-4887-9580D343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F20AB-8225-471C-B62E-65B4266D9A1F}" type="datetimeFigureOut">
              <a:rPr lang="es-PE" smtClean="0"/>
              <a:t>6/08/2026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94E89-DC4B-54EA-1BAC-C105BC2BA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68766-1D5B-B08D-BE10-8A25B3492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DA164-3CA6-42FD-AE6A-31D7326033D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50952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7027-7D74-90CD-68D1-C8D95255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DED03A-32CA-E58C-6628-741E83C7B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8F594-3E55-EC43-4484-40101B06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F20AB-8225-471C-B62E-65B4266D9A1F}" type="datetimeFigureOut">
              <a:rPr lang="es-PE" smtClean="0"/>
              <a:t>6/08/2026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373F1-8232-7A86-C1CF-7B8682E37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DEC25-56A1-C04A-0118-1FEAB3670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DA164-3CA6-42FD-AE6A-31D7326033D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26698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757AF3-DDDE-8F0A-EB21-FDEC6B8A4B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336EFE-2762-E606-DACD-34CF86FD7B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0A5AE-300E-6E2F-6372-A27819833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F20AB-8225-471C-B62E-65B4266D9A1F}" type="datetimeFigureOut">
              <a:rPr lang="es-PE" smtClean="0"/>
              <a:t>6/08/2026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52D60-9BB4-3847-5AE8-BD8E55E24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57ED1-C86F-1274-5198-750512F0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DA164-3CA6-42FD-AE6A-31D7326033D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92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AA29FE-EBEE-C999-9172-F1BAA12FC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54EEB-D7B9-26C4-F1BC-CB844C057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898E1-0460-7C17-7205-37C82BDB63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F20AB-8225-471C-B62E-65B4266D9A1F}" type="datetimeFigureOut">
              <a:rPr lang="es-PE" smtClean="0"/>
              <a:t>6/08/2026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EB0BD-8DF9-DCCB-AA59-8C8C47688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7B35A-59DF-7512-DBE7-4121EA7418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7DA164-3CA6-42FD-AE6A-31D7326033D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63942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E227AEA-C7C3-EF4F-7BA6-DF72A89942AA}"/>
              </a:ext>
            </a:extLst>
          </p:cNvPr>
          <p:cNvSpPr/>
          <p:nvPr/>
        </p:nvSpPr>
        <p:spPr>
          <a:xfrm>
            <a:off x="3562351" y="497681"/>
            <a:ext cx="3048001" cy="1247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err="1"/>
              <a:t>Saludation</a:t>
            </a:r>
            <a:r>
              <a:rPr lang="es-PE" dirty="0"/>
              <a:t>: Thanks </a:t>
            </a:r>
            <a:r>
              <a:rPr lang="es-PE" dirty="0" err="1"/>
              <a:t>for</a:t>
            </a:r>
            <a:r>
              <a:rPr lang="es-PE" dirty="0"/>
              <a:t> </a:t>
            </a:r>
            <a:r>
              <a:rPr lang="es-PE" dirty="0" err="1"/>
              <a:t>contacting</a:t>
            </a:r>
            <a:r>
              <a:rPr lang="es-PE" dirty="0"/>
              <a:t> Peer-</a:t>
            </a:r>
            <a:r>
              <a:rPr lang="es-PE" dirty="0" err="1"/>
              <a:t>consulting</a:t>
            </a:r>
            <a:r>
              <a:rPr lang="es-PE" dirty="0"/>
              <a:t> training, </a:t>
            </a:r>
            <a:r>
              <a:rPr lang="es-PE" dirty="0" err="1"/>
              <a:t>which</a:t>
            </a:r>
            <a:r>
              <a:rPr lang="es-PE" dirty="0"/>
              <a:t> </a:t>
            </a:r>
            <a:r>
              <a:rPr lang="es-PE" dirty="0" err="1"/>
              <a:t>program</a:t>
            </a:r>
            <a:r>
              <a:rPr lang="es-PE" dirty="0"/>
              <a:t> are </a:t>
            </a:r>
            <a:r>
              <a:rPr lang="es-PE" dirty="0" err="1"/>
              <a:t>you</a:t>
            </a:r>
            <a:r>
              <a:rPr lang="es-PE" dirty="0"/>
              <a:t> </a:t>
            </a:r>
            <a:r>
              <a:rPr lang="es-PE" dirty="0" err="1"/>
              <a:t>insterested</a:t>
            </a:r>
            <a:r>
              <a:rPr lang="es-PE" dirty="0"/>
              <a:t> </a:t>
            </a:r>
            <a:r>
              <a:rPr lang="es-PE" dirty="0" err="1"/>
              <a:t>on</a:t>
            </a:r>
            <a:r>
              <a:rPr lang="es-PE" dirty="0"/>
              <a:t>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9099B8-0248-B456-DBA1-91C3982B178D}"/>
              </a:ext>
            </a:extLst>
          </p:cNvPr>
          <p:cNvSpPr/>
          <p:nvPr/>
        </p:nvSpPr>
        <p:spPr>
          <a:xfrm>
            <a:off x="3467102" y="2388393"/>
            <a:ext cx="3143250" cy="1019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The </a:t>
            </a:r>
            <a:r>
              <a:rPr lang="es-PE" dirty="0" err="1"/>
              <a:t>chatbot</a:t>
            </a:r>
            <a:r>
              <a:rPr lang="es-PE" dirty="0"/>
              <a:t> </a:t>
            </a:r>
            <a:r>
              <a:rPr lang="es-PE" dirty="0" err="1"/>
              <a:t>should</a:t>
            </a:r>
            <a:r>
              <a:rPr lang="es-PE" dirty="0"/>
              <a:t> </a:t>
            </a:r>
            <a:r>
              <a:rPr lang="es-PE" dirty="0" err="1"/>
              <a:t>answered</a:t>
            </a:r>
            <a:r>
              <a:rPr lang="es-PE" dirty="0"/>
              <a:t> the </a:t>
            </a:r>
            <a:r>
              <a:rPr lang="es-PE" dirty="0" err="1"/>
              <a:t>user</a:t>
            </a:r>
            <a:r>
              <a:rPr lang="es-PE" dirty="0"/>
              <a:t> </a:t>
            </a:r>
            <a:r>
              <a:rPr lang="es-PE" dirty="0" err="1"/>
              <a:t>question</a:t>
            </a:r>
            <a:r>
              <a:rPr lang="es-PE" dirty="0"/>
              <a:t> </a:t>
            </a:r>
            <a:r>
              <a:rPr lang="es-PE" dirty="0" err="1"/>
              <a:t>using</a:t>
            </a:r>
            <a:r>
              <a:rPr lang="es-PE" dirty="0"/>
              <a:t> the FAQS </a:t>
            </a:r>
            <a:r>
              <a:rPr lang="es-PE" dirty="0" err="1"/>
              <a:t>knowledge</a:t>
            </a:r>
            <a:r>
              <a:rPr lang="es-PE" dirty="0"/>
              <a:t>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CE4288-1B18-EE8B-A6F4-07632112C9D7}"/>
              </a:ext>
            </a:extLst>
          </p:cNvPr>
          <p:cNvSpPr/>
          <p:nvPr/>
        </p:nvSpPr>
        <p:spPr>
          <a:xfrm>
            <a:off x="5581650" y="4352924"/>
            <a:ext cx="2943225" cy="1704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err="1"/>
              <a:t>Chatbot</a:t>
            </a:r>
            <a:r>
              <a:rPr lang="es-PE" dirty="0"/>
              <a:t> Will </a:t>
            </a:r>
            <a:r>
              <a:rPr lang="es-PE" dirty="0" err="1"/>
              <a:t>offer</a:t>
            </a:r>
            <a:r>
              <a:rPr lang="es-PE" dirty="0"/>
              <a:t> the link </a:t>
            </a:r>
            <a:r>
              <a:rPr lang="es-PE" dirty="0" err="1"/>
              <a:t>to</a:t>
            </a:r>
            <a:r>
              <a:rPr lang="es-PE" dirty="0"/>
              <a:t> </a:t>
            </a:r>
            <a:r>
              <a:rPr lang="es-PE" dirty="0" err="1"/>
              <a:t>scheedule</a:t>
            </a:r>
            <a:r>
              <a:rPr lang="es-PE" dirty="0"/>
              <a:t> </a:t>
            </a:r>
            <a:r>
              <a:rPr lang="es-PE" dirty="0" err="1"/>
              <a:t>an</a:t>
            </a:r>
            <a:r>
              <a:rPr lang="es-PE" dirty="0"/>
              <a:t> </a:t>
            </a:r>
            <a:r>
              <a:rPr lang="es-PE" dirty="0" err="1"/>
              <a:t>information</a:t>
            </a:r>
            <a:r>
              <a:rPr lang="es-PE" dirty="0"/>
              <a:t> sesión: https://calendly.com/claudio-obregon-peer-consulting/training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B7AEE7-6E39-97C7-E9C3-5249B9BC84CE}"/>
              </a:ext>
            </a:extLst>
          </p:cNvPr>
          <p:cNvSpPr/>
          <p:nvPr/>
        </p:nvSpPr>
        <p:spPr>
          <a:xfrm>
            <a:off x="1238250" y="4419600"/>
            <a:ext cx="2428875" cy="1638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err="1"/>
              <a:t>Chatbot</a:t>
            </a:r>
            <a:r>
              <a:rPr lang="es-PE" dirty="0"/>
              <a:t> </a:t>
            </a:r>
            <a:r>
              <a:rPr lang="es-PE" dirty="0" err="1"/>
              <a:t>should</a:t>
            </a:r>
            <a:r>
              <a:rPr lang="es-PE" dirty="0"/>
              <a:t> </a:t>
            </a:r>
            <a:r>
              <a:rPr lang="es-PE" dirty="0" err="1"/>
              <a:t>have</a:t>
            </a:r>
            <a:r>
              <a:rPr lang="es-PE" dirty="0"/>
              <a:t> the </a:t>
            </a:r>
            <a:r>
              <a:rPr lang="es-PE" dirty="0" err="1"/>
              <a:t>option</a:t>
            </a:r>
            <a:r>
              <a:rPr lang="es-PE" dirty="0"/>
              <a:t> </a:t>
            </a:r>
            <a:r>
              <a:rPr lang="es-PE" dirty="0" err="1"/>
              <a:t>to</a:t>
            </a:r>
            <a:r>
              <a:rPr lang="es-PE" dirty="0"/>
              <a:t> </a:t>
            </a:r>
            <a:r>
              <a:rPr lang="es-PE" dirty="0" err="1"/>
              <a:t>join</a:t>
            </a:r>
            <a:r>
              <a:rPr lang="es-PE" dirty="0"/>
              <a:t> the </a:t>
            </a:r>
            <a:r>
              <a:rPr lang="es-PE" dirty="0" err="1"/>
              <a:t>conversation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5850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Claudio Obregón</dc:creator>
  <cp:lastModifiedBy>Claudio Obregón</cp:lastModifiedBy>
  <cp:revision>1</cp:revision>
  <dcterms:created xsi:type="dcterms:W3CDTF">2026-08-06T18:38:04Z</dcterms:created>
  <dcterms:modified xsi:type="dcterms:W3CDTF">2026-08-06T18:38:34Z</dcterms:modified>
</cp:coreProperties>
</file>